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72" r:id="rId6"/>
    <p:sldId id="257" r:id="rId7"/>
    <p:sldId id="273" r:id="rId8"/>
    <p:sldId id="258" r:id="rId9"/>
    <p:sldId id="265" r:id="rId10"/>
    <p:sldId id="276" r:id="rId11"/>
    <p:sldId id="279" r:id="rId12"/>
    <p:sldId id="278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778CBF-D7D7-E25A-B0A7-BDDF748A5F25}" v="256" dt="2025-10-26T16:51:25.413"/>
  </p1510:revLst>
</p1510:revInfo>
</file>

<file path=ppt/tableStyles.xml><?xml version="1.0" encoding="utf-8"?>
<a:tblStyleLst xmlns:a="http://schemas.openxmlformats.org/drawingml/2006/main" def="{16D9F66E-5EB9-4882-86FB-DCBF35E3C3E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45" autoAdjust="0"/>
  </p:normalViewPr>
  <p:slideViewPr>
    <p:cSldViewPr snapToGrid="0">
      <p:cViewPr varScale="1">
        <p:scale>
          <a:sx n="78" d="100"/>
          <a:sy n="78" d="100"/>
        </p:scale>
        <p:origin x="830" y="62"/>
      </p:cViewPr>
      <p:guideLst/>
    </p:cSldViewPr>
  </p:slideViewPr>
  <p:outlineViewPr>
    <p:cViewPr>
      <p:scale>
        <a:sx n="33" d="100"/>
        <a:sy n="33" d="100"/>
      </p:scale>
      <p:origin x="0" y="-7421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386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ilah Colley (206520938)" userId="S::206520938@stu.ukzn.ac.za::e1cc9aeb-6486-4456-b0fd-9fc999009081" providerId="AD" clId="Web-{63778CBF-D7D7-E25A-B0A7-BDDF748A5F25}"/>
    <pc:docChg chg="modSld">
      <pc:chgData name="Leilah Colley (206520938)" userId="S::206520938@stu.ukzn.ac.za::e1cc9aeb-6486-4456-b0fd-9fc999009081" providerId="AD" clId="Web-{63778CBF-D7D7-E25A-B0A7-BDDF748A5F25}" dt="2025-10-26T16:51:25.413" v="170" actId="20577"/>
      <pc:docMkLst>
        <pc:docMk/>
      </pc:docMkLst>
      <pc:sldChg chg="modSp">
        <pc:chgData name="Leilah Colley (206520938)" userId="S::206520938@stu.ukzn.ac.za::e1cc9aeb-6486-4456-b0fd-9fc999009081" providerId="AD" clId="Web-{63778CBF-D7D7-E25A-B0A7-BDDF748A5F25}" dt="2025-10-26T16:51:25.413" v="170" actId="20577"/>
        <pc:sldMkLst>
          <pc:docMk/>
          <pc:sldMk cId="1325608595" sldId="257"/>
        </pc:sldMkLst>
        <pc:spChg chg="mod">
          <ac:chgData name="Leilah Colley (206520938)" userId="S::206520938@stu.ukzn.ac.za::e1cc9aeb-6486-4456-b0fd-9fc999009081" providerId="AD" clId="Web-{63778CBF-D7D7-E25A-B0A7-BDDF748A5F25}" dt="2025-10-26T16:51:25.413" v="170" actId="20577"/>
          <ac:spMkLst>
            <pc:docMk/>
            <pc:sldMk cId="1325608595" sldId="257"/>
            <ac:spMk id="3" creationId="{22788C46-D0BC-4307-AE55-7601A139E7CB}"/>
          </ac:spMkLst>
        </pc:spChg>
      </pc:sldChg>
      <pc:sldChg chg="modSp">
        <pc:chgData name="Leilah Colley (206520938)" userId="S::206520938@stu.ukzn.ac.za::e1cc9aeb-6486-4456-b0fd-9fc999009081" providerId="AD" clId="Web-{63778CBF-D7D7-E25A-B0A7-BDDF748A5F25}" dt="2025-10-26T16:32:31.958" v="74" actId="20577"/>
        <pc:sldMkLst>
          <pc:docMk/>
          <pc:sldMk cId="1639799154" sldId="258"/>
        </pc:sldMkLst>
        <pc:spChg chg="mod">
          <ac:chgData name="Leilah Colley (206520938)" userId="S::206520938@stu.ukzn.ac.za::e1cc9aeb-6486-4456-b0fd-9fc999009081" providerId="AD" clId="Web-{63778CBF-D7D7-E25A-B0A7-BDDF748A5F25}" dt="2025-10-26T16:32:22.442" v="71" actId="20577"/>
          <ac:spMkLst>
            <pc:docMk/>
            <pc:sldMk cId="1639799154" sldId="258"/>
            <ac:spMk id="2" creationId="{8C543F67-9C70-4748-8C0C-3A7863422F99}"/>
          </ac:spMkLst>
        </pc:spChg>
        <pc:spChg chg="mod">
          <ac:chgData name="Leilah Colley (206520938)" userId="S::206520938@stu.ukzn.ac.za::e1cc9aeb-6486-4456-b0fd-9fc999009081" providerId="AD" clId="Web-{63778CBF-D7D7-E25A-B0A7-BDDF748A5F25}" dt="2025-10-26T16:32:31.958" v="74" actId="20577"/>
          <ac:spMkLst>
            <pc:docMk/>
            <pc:sldMk cId="1639799154" sldId="258"/>
            <ac:spMk id="13" creationId="{5D21B5A8-61B9-6545-739C-5349542DFC49}"/>
          </ac:spMkLst>
        </pc:spChg>
      </pc:sldChg>
      <pc:sldChg chg="modSp">
        <pc:chgData name="Leilah Colley (206520938)" userId="S::206520938@stu.ukzn.ac.za::e1cc9aeb-6486-4456-b0fd-9fc999009081" providerId="AD" clId="Web-{63778CBF-D7D7-E25A-B0A7-BDDF748A5F25}" dt="2025-10-26T16:33:55.071" v="125" actId="20577"/>
        <pc:sldMkLst>
          <pc:docMk/>
          <pc:sldMk cId="2563119616" sldId="265"/>
        </pc:sldMkLst>
        <pc:spChg chg="mod">
          <ac:chgData name="Leilah Colley (206520938)" userId="S::206520938@stu.ukzn.ac.za::e1cc9aeb-6486-4456-b0fd-9fc999009081" providerId="AD" clId="Web-{63778CBF-D7D7-E25A-B0A7-BDDF748A5F25}" dt="2025-10-26T16:33:14.070" v="101" actId="20577"/>
          <ac:spMkLst>
            <pc:docMk/>
            <pc:sldMk cId="2563119616" sldId="265"/>
            <ac:spMk id="2" creationId="{19256B7E-1633-44AB-8584-82DF5B726834}"/>
          </ac:spMkLst>
        </pc:spChg>
        <pc:spChg chg="mod">
          <ac:chgData name="Leilah Colley (206520938)" userId="S::206520938@stu.ukzn.ac.za::e1cc9aeb-6486-4456-b0fd-9fc999009081" providerId="AD" clId="Web-{63778CBF-D7D7-E25A-B0A7-BDDF748A5F25}" dt="2025-10-26T16:33:05.366" v="97" actId="20577"/>
          <ac:spMkLst>
            <pc:docMk/>
            <pc:sldMk cId="2563119616" sldId="265"/>
            <ac:spMk id="4" creationId="{950677C9-3E42-427F-93B8-526692906471}"/>
          </ac:spMkLst>
        </pc:spChg>
        <pc:spChg chg="mod">
          <ac:chgData name="Leilah Colley (206520938)" userId="S::206520938@stu.ukzn.ac.za::e1cc9aeb-6486-4456-b0fd-9fc999009081" providerId="AD" clId="Web-{63778CBF-D7D7-E25A-B0A7-BDDF748A5F25}" dt="2025-10-26T16:33:55.071" v="125" actId="20577"/>
          <ac:spMkLst>
            <pc:docMk/>
            <pc:sldMk cId="2563119616" sldId="265"/>
            <ac:spMk id="5" creationId="{BDB9D020-1E25-453D-83DF-1420ACD3968D}"/>
          </ac:spMkLst>
        </pc:spChg>
      </pc:sldChg>
      <pc:sldChg chg="modSp">
        <pc:chgData name="Leilah Colley (206520938)" userId="S::206520938@stu.ukzn.ac.za::e1cc9aeb-6486-4456-b0fd-9fc999009081" providerId="AD" clId="Web-{63778CBF-D7D7-E25A-B0A7-BDDF748A5F25}" dt="2025-10-26T16:35:27.168" v="168" actId="20577"/>
        <pc:sldMkLst>
          <pc:docMk/>
          <pc:sldMk cId="1098851413" sldId="276"/>
        </pc:sldMkLst>
        <pc:spChg chg="mod">
          <ac:chgData name="Leilah Colley (206520938)" userId="S::206520938@stu.ukzn.ac.za::e1cc9aeb-6486-4456-b0fd-9fc999009081" providerId="AD" clId="Web-{63778CBF-D7D7-E25A-B0A7-BDDF748A5F25}" dt="2025-10-26T16:35:27.168" v="168" actId="20577"/>
          <ac:spMkLst>
            <pc:docMk/>
            <pc:sldMk cId="1098851413" sldId="276"/>
            <ac:spMk id="2" creationId="{94D6DA3F-EA1B-C232-77E4-39A411FFB76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2B61F67-4219-82BD-D357-355AA7591C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FE2BF-AD88-9811-C6DD-79DABAC559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4DDA53-17BB-4810-91A8-94FE944ADC38}" type="datetimeFigureOut">
              <a:rPr lang="en-US" smtClean="0"/>
              <a:t>10/26/2025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8F7338-476F-59A1-B752-865882DA12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C2ED2-F5D9-8398-9B1F-9E1D760B07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8BCF56-022D-4E84-9600-36794E4DE2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5058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F08D30-F807-4561-A81E-6E077448AA00}" type="datetimeFigureOut">
              <a:rPr lang="en-US" smtClean="0"/>
              <a:t>10/26/2025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2C05A-7A07-4286-AA18-B883C0AF9A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89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507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55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06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851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528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9975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372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D2392-66BF-987C-A4AA-D90414B4C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F8477B-5292-4158-469B-B150BBBD0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A5D1E4-19E2-B0F6-050B-4E3A77C060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600FF-BD0F-92ED-14D6-2D81EB1621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932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415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743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C6AF7-C52F-0661-9756-4ACF5F53D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98171" y="691024"/>
            <a:ext cx="8795658" cy="5475954"/>
            <a:chOff x="1698171" y="691024"/>
            <a:chExt cx="8795658" cy="547595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8E9A7E9-8102-96E8-3AFE-500CB362A1DC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8795658" cy="5475954"/>
              <a:chOff x="1466850" y="380320"/>
              <a:chExt cx="9258300" cy="576398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53ECDAF-8D46-3B38-8636-403A9D6E1AE5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9258300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F9042C5-541D-EACD-1550-73F521EE58CE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925830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316982B-45E5-11C7-13E9-FFB7118F3739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AEAE856-A4AE-737F-5F25-C2D45CCF9350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869E9B6-7A5C-6135-A347-B48DCD6D4E3A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4D07301-3180-6D7F-A1D1-2011E615007D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39686" y="1209643"/>
            <a:ext cx="8508273" cy="4968000"/>
          </a:xfrm>
        </p:spPr>
        <p:txBody>
          <a:bodyPr anchor="ctr">
            <a:noAutofit/>
          </a:bodyPr>
          <a:lstStyle>
            <a:lvl1pPr algn="ctr"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3499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raphic 45">
            <a:extLst>
              <a:ext uri="{FF2B5EF4-FFF2-40B4-BE49-F238E27FC236}">
                <a16:creationId xmlns:a16="http://schemas.microsoft.com/office/drawing/2014/main" id="{FFDE191C-52DF-6A6D-EC88-18A052FFB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7716"/>
          <a:stretch/>
        </p:blipFill>
        <p:spPr>
          <a:xfrm rot="16200000">
            <a:off x="9722190" y="160175"/>
            <a:ext cx="2394401" cy="2545223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6D30DCAC-B495-853F-9921-FBA390186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140620" y="2616531"/>
            <a:ext cx="2394401" cy="4086444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8CB78A71-D8F9-12A2-1D4E-A2C2E4E15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594100" y="380999"/>
            <a:ext cx="4972050" cy="5475954"/>
            <a:chOff x="1698171" y="691024"/>
            <a:chExt cx="4972050" cy="547595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1FCBAB4-0CBD-A738-A058-100C35A0BDF1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972050" cy="5475954"/>
              <a:chOff x="1466850" y="380320"/>
              <a:chExt cx="5233574" cy="5763985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67098CE-4555-2BEE-5226-2E2F9EE1D5BB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5233574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A0CBAEB-0BE9-F75E-CB8D-A411C52E889A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5233574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EDFCBD7-3731-A5D1-BB82-218531D6BA6E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AA6D4634-51B3-BE70-0479-199D811D75F3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2B1D16B-1A18-4890-4596-F24DD1C0BA94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E98E60AF-0ABD-505A-4D5D-18B025CCA331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0" name="Title 1">
            <a:extLst>
              <a:ext uri="{FF2B5EF4-FFF2-40B4-BE49-F238E27FC236}">
                <a16:creationId xmlns:a16="http://schemas.microsoft.com/office/drawing/2014/main" id="{A048DF11-5712-A1DF-9E33-2C705AF54B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068" y="851547"/>
            <a:ext cx="4275364" cy="197963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5FC08F1C-3206-A42D-3BCD-F04FBA7839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7886" y="2831182"/>
            <a:ext cx="4275364" cy="2660213"/>
          </a:xfrm>
        </p:spPr>
        <p:txBody>
          <a:bodyPr tIns="0" bIns="0"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800"/>
            </a:lvl2pPr>
            <a:lvl3pPr>
              <a:lnSpc>
                <a:spcPct val="150000"/>
              </a:lnSpc>
              <a:defRPr sz="1600"/>
            </a:lvl3pPr>
            <a:lvl4pPr>
              <a:lnSpc>
                <a:spcPct val="150000"/>
              </a:lnSpc>
              <a:defRPr sz="1400"/>
            </a:lvl4pPr>
            <a:lvl5pPr>
              <a:lnSpc>
                <a:spcPct val="150000"/>
              </a:lnSpc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9671B5C-5A86-C6A6-2913-1F73F100E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42D9D8C-0E11-E268-D458-EC3BC4FD2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Date Placeholder 3">
            <a:extLst>
              <a:ext uri="{FF2B5EF4-FFF2-40B4-BE49-F238E27FC236}">
                <a16:creationId xmlns:a16="http://schemas.microsoft.com/office/drawing/2014/main" id="{8E4CD02A-FF2F-864A-138B-368FE9BFDE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10/26/2025</a:t>
            </a:fld>
            <a:endParaRPr lang="en-US" dirty="0"/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5B0F505A-EE51-9D7A-42EA-2CD2CD432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B4905353-8D75-B3E2-2489-1D6907755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4DBFD95C-0912-3222-EECA-8F84031BC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50" name="Slide Number Placeholder 5">
            <a:extLst>
              <a:ext uri="{FF2B5EF4-FFF2-40B4-BE49-F238E27FC236}">
                <a16:creationId xmlns:a16="http://schemas.microsoft.com/office/drawing/2014/main" id="{7F30B651-FA38-151D-A122-6186F222C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343855C-EC70-E12C-3368-415B1AC40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29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B9D92F9-7505-2024-1DF6-10DB1241A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898"/>
          <a:stretch/>
        </p:blipFill>
        <p:spPr>
          <a:xfrm>
            <a:off x="0" y="1448221"/>
            <a:ext cx="2197076" cy="371747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D296A0E-AA2F-B543-BCEA-D30C665A2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851548"/>
            <a:ext cx="6687981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4E35C9-2754-CF70-29E7-27AC12CE4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380999"/>
            <a:ext cx="6687981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AAB6D3-CF07-3A44-F37A-9DEF7B82B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22515" y="505268"/>
            <a:ext cx="810985" cy="212272"/>
            <a:chOff x="1883229" y="800099"/>
            <a:chExt cx="810985" cy="21227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6E4DBAB-D882-5741-A690-F28CB547E059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9414570-C554-43C4-DF59-67790E6DBEB8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EC5277-EFEF-467F-A8E8-3AB6A62F3A00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4784" y="1059463"/>
            <a:ext cx="6008915" cy="4431932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037F58E-633A-20EC-118A-2A3039E20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40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3E7202-D4FD-97A5-44A7-EC8436DA2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851548"/>
            <a:ext cx="4353117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80E844-DC94-8DC4-9D32-BFCC78887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380999"/>
            <a:ext cx="4353117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90C8A32-35EB-644B-4A78-F0837BB8C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95447" y="505268"/>
            <a:ext cx="810985" cy="212272"/>
            <a:chOff x="1883229" y="800099"/>
            <a:chExt cx="810985" cy="21227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D61DD85-A825-A396-2A30-039913643826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E29ECB8-2561-5C06-11F4-9DAB13E88AF9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AE27364-A704-A922-E89E-C44E9040E1E4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5704C24-F4AD-72DA-159C-32CBFB1AFD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81871" y="881363"/>
            <a:ext cx="4297680" cy="493776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8B87FB-2727-2ED0-7E72-76E55BE4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C4F77E-C259-1702-5FF7-B1EF4F060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E4EF1CA-0713-F725-CD7A-054E12143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10/26/2025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7C27500-80A5-ACE3-E5FE-30B63950C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6256C1F-A548-F457-2753-E96A83E5E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97F79C1-FB83-AC51-70F8-8E7305F7C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BDD93F0-5136-93CB-0125-942AA6382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E7A212-2920-1971-09FB-8F2CF4512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448064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B9D92F9-7505-2024-1DF6-10DB1241A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898"/>
          <a:stretch/>
        </p:blipFill>
        <p:spPr>
          <a:xfrm>
            <a:off x="0" y="1448221"/>
            <a:ext cx="2197076" cy="371747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D296A0E-AA2F-B543-BCEA-D30C665A2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851548"/>
            <a:ext cx="6687981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4E35C9-2754-CF70-29E7-27AC12CE4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380999"/>
            <a:ext cx="6687981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AAB6D3-CF07-3A44-F37A-9DEF7B82B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22515" y="505268"/>
            <a:ext cx="810985" cy="212272"/>
            <a:chOff x="1883229" y="800099"/>
            <a:chExt cx="810985" cy="21227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6E4DBAB-D882-5741-A690-F28CB547E059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9414570-C554-43C4-DF59-67790E6DBEB8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EC5277-EFEF-467F-A8E8-3AB6A62F3A00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644" y="841808"/>
            <a:ext cx="6712153" cy="4012867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63774F2-22B6-2050-1FA9-905E2B2B5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532" y="4854677"/>
            <a:ext cx="6008915" cy="6529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406CD66-4AAA-6429-2E99-B4514373C2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4784" y="4854677"/>
            <a:ext cx="6008915" cy="652923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037F58E-633A-20EC-118A-2A3039E20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40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3E7202-D4FD-97A5-44A7-EC8436DA2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851548"/>
            <a:ext cx="4353117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80E844-DC94-8DC4-9D32-BFCC78887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380999"/>
            <a:ext cx="4353117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90C8A32-35EB-644B-4A78-F0837BB8C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95447" y="505268"/>
            <a:ext cx="810985" cy="212272"/>
            <a:chOff x="1883229" y="800099"/>
            <a:chExt cx="810985" cy="21227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D61DD85-A825-A396-2A30-039913643826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E29ECB8-2561-5C06-11F4-9DAB13E88AF9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AE27364-A704-A922-E89E-C44E9040E1E4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5704C24-F4AD-72DA-159C-32CBFB1AFD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66631" y="859509"/>
            <a:ext cx="4324485" cy="498348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9CD2F2-6C1D-5B8C-C5CF-40222BAE8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16551A-8E0E-2E51-2D2F-BD765A674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B612F406-221C-DFC9-5B2E-A6B4A06FF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10/26/2025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08FB81D-7980-C91F-E68F-CA152DB4A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C790F93D-BC22-F46A-6921-211237434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BA151EE-A96C-A1AB-6996-3FF8F8AFA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0FBE0826-C479-F9B2-BE8C-B31F4CD98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2278FC6-6AA7-8092-6593-326853123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83922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41A884-237A-64B6-32E7-217992605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79ADB4-793B-694B-0F44-63AED5A3B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30572"/>
            <a:ext cx="10907016" cy="1162882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5D911D6-AEFE-1CA4-D41D-B9157575E4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50" y="1917700"/>
            <a:ext cx="10907016" cy="3340099"/>
          </a:xfrm>
        </p:spPr>
        <p:txBody>
          <a:bodyPr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4C63F8-081B-3D1E-1EC2-A59B7627A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B6F8D9-3C25-DDB8-6C45-D06BF5D83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BA069417-406B-7583-F175-EE9B3830E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10/26/2025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DDC80A3-1127-C309-CCCF-459D4B365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7D4C341-6443-CB24-41AE-09E84AA6E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53FCF92-6C55-D212-BCA4-51709D62A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5EF7369-613A-D7D3-3478-17904CF31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B5CA49-A7D8-662B-28C7-95B7B7AD4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5993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C6AF7-C52F-0661-9756-4ACF5F53D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98171" y="691024"/>
            <a:ext cx="8795658" cy="5475954"/>
            <a:chOff x="1698171" y="691024"/>
            <a:chExt cx="8795658" cy="547595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8E9A7E9-8102-96E8-3AFE-500CB362A1DC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8795658" cy="5475954"/>
              <a:chOff x="1466850" y="380320"/>
              <a:chExt cx="9258300" cy="576398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53ECDAF-8D46-3B38-8636-403A9D6E1AE5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9258300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F9042C5-541D-EACD-1550-73F521EE58CE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925830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316982B-45E5-11C7-13E9-FFB7118F3739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AEAE856-A4AE-737F-5F25-C2D45CCF9350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869E9B6-7A5C-6135-A347-B48DCD6D4E3A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4D07301-3180-6D7F-A1D1-2011E615007D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6326" y="1224098"/>
            <a:ext cx="8939349" cy="3717472"/>
          </a:xfrm>
        </p:spPr>
        <p:txBody>
          <a:bodyPr anchor="ctr">
            <a:no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B0A1C84-853A-628A-A9BA-CA6C9B1A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60173" y="5017288"/>
            <a:ext cx="7271656" cy="652923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60171" y="5017288"/>
            <a:ext cx="7271657" cy="652923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33416" y="1933575"/>
            <a:ext cx="5312664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350" y="1933575"/>
            <a:ext cx="5314950" cy="3661683"/>
          </a:xfrm>
          <a:prstGeom prst="roundRect">
            <a:avLst>
              <a:gd name="adj" fmla="val 9932"/>
            </a:avLst>
          </a:prstGeom>
          <a:solidFill>
            <a:schemeClr val="accent5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B85A72-D42C-6248-9886-01A284D0AE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C8E618-75F9-458D-3A62-1F2682AD9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A417590-A410-1B88-C23B-74EA0E7EA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0C0BEF1-6AFB-D9F2-2B8C-DF15558CAB5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88999" y="2343150"/>
            <a:ext cx="4873446" cy="2994868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sz="1800"/>
            </a:lvl1pPr>
            <a:lvl2pPr marL="228600">
              <a:lnSpc>
                <a:spcPts val="1900"/>
              </a:lnSpc>
              <a:spcBef>
                <a:spcPts val="1000"/>
              </a:spcBef>
              <a:defRPr sz="1800"/>
            </a:lvl2pPr>
            <a:lvl3pPr marL="685800">
              <a:lnSpc>
                <a:spcPts val="1900"/>
              </a:lnSpc>
              <a:spcBef>
                <a:spcPts val="1000"/>
              </a:spcBef>
              <a:defRPr sz="1800"/>
            </a:lvl3pPr>
            <a:lvl4pPr marL="1143000">
              <a:lnSpc>
                <a:spcPts val="1900"/>
              </a:lnSpc>
              <a:spcBef>
                <a:spcPts val="1000"/>
              </a:spcBef>
              <a:defRPr sz="1800"/>
            </a:lvl4pPr>
            <a:lvl5pPr marL="1600200">
              <a:lnSpc>
                <a:spcPts val="19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B32CC6-748C-4CAB-2EAB-F498EBD8B32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496321" y="2343150"/>
            <a:ext cx="4873446" cy="2990850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sz="1800"/>
            </a:lvl1pPr>
            <a:lvl2pPr marL="228600">
              <a:lnSpc>
                <a:spcPts val="1900"/>
              </a:lnSpc>
              <a:spcBef>
                <a:spcPts val="1000"/>
              </a:spcBef>
              <a:defRPr sz="1800"/>
            </a:lvl2pPr>
            <a:lvl3pPr marL="685800">
              <a:lnSpc>
                <a:spcPts val="1900"/>
              </a:lnSpc>
              <a:spcBef>
                <a:spcPts val="1000"/>
              </a:spcBef>
              <a:defRPr sz="1800"/>
            </a:lvl3pPr>
            <a:lvl4pPr marL="1143000">
              <a:lnSpc>
                <a:spcPts val="1900"/>
              </a:lnSpc>
              <a:spcBef>
                <a:spcPts val="1000"/>
              </a:spcBef>
              <a:defRPr sz="1800"/>
            </a:lvl4pPr>
            <a:lvl5pPr marL="1600200">
              <a:lnSpc>
                <a:spcPts val="19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95B39729-974D-AA19-321C-259F9E677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10/26/2025</a:t>
            </a:fld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0225ACC-FFD9-6B8F-F487-1D67910EA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1D0E68D-DD6F-159D-E995-52C3D7D5E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B0E3525-56EE-84A4-2487-4BBC37B43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3F9CA93E-AA01-748E-065E-20F3E1A1A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43D476-B609-7D5A-A9DF-7D73B31B1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089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24824" y="1933575"/>
            <a:ext cx="3421255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349" y="1933575"/>
            <a:ext cx="7174103" cy="3661683"/>
          </a:xfrm>
          <a:prstGeom prst="roundRect">
            <a:avLst>
              <a:gd name="adj" fmla="val 9932"/>
            </a:avLst>
          </a:prstGeom>
          <a:solidFill>
            <a:schemeClr val="accent3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8533775-BAF7-CC9D-D6AD-AD60D3BA94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88998" y="2343150"/>
            <a:ext cx="6762631" cy="2994868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sz="1800"/>
            </a:lvl1pPr>
            <a:lvl2pPr marL="228600">
              <a:lnSpc>
                <a:spcPts val="1900"/>
              </a:lnSpc>
              <a:spcBef>
                <a:spcPts val="1000"/>
              </a:spcBef>
              <a:defRPr sz="1800"/>
            </a:lvl2pPr>
            <a:lvl3pPr marL="685800">
              <a:lnSpc>
                <a:spcPts val="1900"/>
              </a:lnSpc>
              <a:spcBef>
                <a:spcPts val="1000"/>
              </a:spcBef>
              <a:defRPr sz="1800"/>
            </a:lvl3pPr>
            <a:lvl4pPr marL="1143000">
              <a:lnSpc>
                <a:spcPts val="1900"/>
              </a:lnSpc>
              <a:spcBef>
                <a:spcPts val="1000"/>
              </a:spcBef>
              <a:defRPr sz="1800"/>
            </a:lvl4pPr>
            <a:lvl5pPr marL="1600200">
              <a:lnSpc>
                <a:spcPts val="19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EF67B58-AA53-B48D-DD97-72B3116B22D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96275" y="2343150"/>
            <a:ext cx="3062967" cy="2990850"/>
          </a:xfrm>
        </p:spPr>
        <p:txBody>
          <a:bodyPr/>
          <a:lstStyle>
            <a:lvl1pPr>
              <a:lnSpc>
                <a:spcPts val="1900"/>
              </a:lnSpc>
              <a:defRPr sz="1800"/>
            </a:lvl1pPr>
            <a:lvl2pPr>
              <a:lnSpc>
                <a:spcPts val="1900"/>
              </a:lnSpc>
              <a:defRPr sz="1800"/>
            </a:lvl2pPr>
            <a:lvl3pPr>
              <a:lnSpc>
                <a:spcPts val="1900"/>
              </a:lnSpc>
              <a:defRPr sz="1800"/>
            </a:lvl3pPr>
            <a:lvl4pPr>
              <a:lnSpc>
                <a:spcPts val="1900"/>
              </a:lnSpc>
              <a:defRPr sz="1800"/>
            </a:lvl4pPr>
            <a:lvl5pPr>
              <a:lnSpc>
                <a:spcPts val="19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94BBE0-379D-0165-CAC7-1F8B11D7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02F7C8-DEF9-7613-2C2E-1BE67CDD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60EE65A-711D-F38D-9188-D4EAE00310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10/26/2025</a:t>
            </a:fld>
            <a:endParaRPr lang="en-US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528D3B9C-A39A-B7F4-9EF1-8DACD6392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25BC426-76D2-E6A7-7ACC-B430676DC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BEC2F84A-080B-721D-C47A-BA27BCE90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AEAD915F-02B9-E376-AEE8-C9188A70E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91E374-28A1-DAB0-74F1-E14DD4733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3546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41A884-237A-64B6-32E7-217992605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245F31-81CB-7608-A735-BE1B508EC0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49" y="403224"/>
            <a:ext cx="5946389" cy="22195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5D911D6-AEFE-1CA4-D41D-B9157575E4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49" y="2884714"/>
            <a:ext cx="5946389" cy="1997530"/>
          </a:xfrm>
        </p:spPr>
        <p:txBody>
          <a:bodyPr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9D8C8DC-9BBB-5079-F2BB-7AFCEF6C3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357061" y="1320978"/>
            <a:ext cx="3550424" cy="3561705"/>
            <a:chOff x="1698171" y="691024"/>
            <a:chExt cx="3550424" cy="356170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8853234-6427-C6E9-934B-8E3D20680399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3550424" cy="3561705"/>
              <a:chOff x="1466850" y="380319"/>
              <a:chExt cx="3737172" cy="3749048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4A333EF-A4E5-C14C-30ED-1D0431BF42BD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3737172" cy="325374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7DA7D0A-FCD9-8D61-7756-4D154DAE693F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3737172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AAD6121-8E16-380C-3CEE-AA15587ABCCA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B5606C5-9513-E7A1-2E78-26147F56380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7FCFA69-6517-C9E2-41E5-851F0B39E300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1DB0373-9CE8-0C17-DC5D-A761A9680A7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208C6DE-C3F7-D9D8-5020-CC917762A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AD6D2E6-00C3-DFC4-E3CC-F7667A4CF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A1250816-70E6-472B-5427-B70F06897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843018F2-43DC-265A-AC49-91D41C8BF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2402DB9-1860-2811-AF1D-2D4273F2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2D499E7-F68F-77A3-7384-16F7358B1F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77033" y="1809865"/>
            <a:ext cx="3520440" cy="3063240"/>
          </a:xfrm>
          <a:ln w="38100">
            <a:noFill/>
          </a:ln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3215DAD2-571F-6D7B-15E5-224268BDE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10/26/2025</a:t>
            </a:fld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E724EE9-07D6-911A-3D7F-82EBAF56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DE1CF9C-D85F-CED5-1FFF-902538AAD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362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0999" y="380999"/>
            <a:ext cx="11430000" cy="1643137"/>
            <a:chOff x="1698170" y="691024"/>
            <a:chExt cx="11430000" cy="164313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0" y="691024"/>
              <a:ext cx="11430000" cy="1643137"/>
              <a:chOff x="1466849" y="380320"/>
              <a:chExt cx="12031205" cy="172956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49" y="875621"/>
                <a:ext cx="12031204" cy="123426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49" y="380320"/>
                <a:ext cx="12031205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0999" y="2252872"/>
            <a:ext cx="11429999" cy="3635330"/>
            <a:chOff x="1698170" y="691024"/>
            <a:chExt cx="11429999" cy="363533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0" y="691024"/>
              <a:ext cx="11429999" cy="3635330"/>
              <a:chOff x="1466849" y="380320"/>
              <a:chExt cx="12031203" cy="3826546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12031202" cy="333124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49" y="380320"/>
                <a:ext cx="12031202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DD7FB8EE-5B3A-2DFB-6FDF-44E5B3D93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990005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4786" y="3059961"/>
            <a:ext cx="3961039" cy="246738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539386C-EDE8-05CD-6687-DDB57EB0D55D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048250" y="3059960"/>
            <a:ext cx="6500116" cy="2467383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Click to add table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150A47-3CDE-6A2F-544A-5F98134DF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829F0F-DBDF-07B3-7893-FA37927FB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48B8345A-1B48-25C5-67AE-D78987BEF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10/26/2025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38A89FC-B8CA-14B7-D2D8-E768D99D8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FF78B34-411F-1CA2-E7AE-72EE59FB9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F0324D9-6571-4E22-7F05-EB7C4C252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F5AD4638-F38E-56C0-D181-3C9488FAF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8BB575-A42F-625D-F8C0-71BACF904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6543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0494" y="1933575"/>
            <a:ext cx="3421255" cy="3661683"/>
          </a:xfrm>
          <a:prstGeom prst="roundRect">
            <a:avLst>
              <a:gd name="adj" fmla="val 9932"/>
            </a:avLst>
          </a:prstGeom>
          <a:solidFill>
            <a:schemeClr val="accent2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71976" y="1933575"/>
            <a:ext cx="7174103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38E9543-72F0-3B98-EBDB-95F36BA54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EF67B58-AA53-B48D-DD97-72B3116B22D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1945" y="2343150"/>
            <a:ext cx="3062967" cy="2990850"/>
          </a:xfrm>
        </p:spPr>
        <p:txBody>
          <a:bodyPr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619626" y="2343150"/>
            <a:ext cx="6626226" cy="2994868"/>
          </a:xfrm>
        </p:spPr>
        <p:txBody>
          <a:bodyPr/>
          <a:lstStyle>
            <a:lvl1pPr marL="0" indent="0">
              <a:lnSpc>
                <a:spcPts val="1900"/>
              </a:lnSpc>
              <a:buNone/>
              <a:defRPr sz="1800"/>
            </a:lvl1pPr>
            <a:lvl2pPr>
              <a:lnSpc>
                <a:spcPts val="1900"/>
              </a:lnSpc>
              <a:defRPr sz="1800"/>
            </a:lvl2pPr>
            <a:lvl3pPr>
              <a:lnSpc>
                <a:spcPts val="1900"/>
              </a:lnSpc>
              <a:defRPr sz="1800"/>
            </a:lvl3pPr>
            <a:lvl4pPr>
              <a:lnSpc>
                <a:spcPts val="1900"/>
              </a:lnSpc>
              <a:defRPr sz="1800"/>
            </a:lvl4pPr>
            <a:lvl5pPr>
              <a:lnSpc>
                <a:spcPts val="19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299C66-96F4-78D6-A62C-38668D590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2A6D20-3BBC-4875-E1DD-C75389BF2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0375AD72-FEF2-7BD7-B33E-DE98FDD651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10/26/2025</a:t>
            </a:fld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45C69E5E-6C22-57DA-0C62-9C6B32032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4542827-11B9-15CF-AB8E-86115BEF9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BEF1536F-20D9-1950-220E-4E6B881E9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F8E904D7-AB01-FD2A-6191-37814CBD0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5DD3E5-31DE-DE3C-B506-E5AF1EC6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30598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4">
            <a:extLst>
              <a:ext uri="{FF2B5EF4-FFF2-40B4-BE49-F238E27FC236}">
                <a16:creationId xmlns:a16="http://schemas.microsoft.com/office/drawing/2014/main" id="{5C92998A-0580-8711-F2CD-BA025D3B4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73457" y="3490004"/>
            <a:ext cx="2760781" cy="2636487"/>
            <a:chOff x="9757762" y="3673334"/>
            <a:chExt cx="2760781" cy="2636487"/>
          </a:xfrm>
          <a:solidFill>
            <a:schemeClr val="bg1">
              <a:alpha val="5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9E8E44-AD09-0DCB-79DA-F363143EB715}"/>
                </a:ext>
              </a:extLst>
            </p:cNvPr>
            <p:cNvSpPr/>
            <p:nvPr/>
          </p:nvSpPr>
          <p:spPr>
            <a:xfrm>
              <a:off x="9757762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0C32798-3973-1B39-EA92-336F776B7AA7}"/>
                </a:ext>
              </a:extLst>
            </p:cNvPr>
            <p:cNvSpPr/>
            <p:nvPr/>
          </p:nvSpPr>
          <p:spPr>
            <a:xfrm>
              <a:off x="10777316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F2D963B-D621-02DD-1619-684F4DC91490}"/>
                </a:ext>
              </a:extLst>
            </p:cNvPr>
            <p:cNvSpPr/>
            <p:nvPr/>
          </p:nvSpPr>
          <p:spPr>
            <a:xfrm>
              <a:off x="11796885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491E75D-715D-B554-6983-B8D0F0FF7ECE}"/>
                </a:ext>
              </a:extLst>
            </p:cNvPr>
            <p:cNvSpPr/>
            <p:nvPr/>
          </p:nvSpPr>
          <p:spPr>
            <a:xfrm>
              <a:off x="9757762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0BE3828-09E2-3B37-DAF2-0F1EF6FBB447}"/>
                </a:ext>
              </a:extLst>
            </p:cNvPr>
            <p:cNvSpPr/>
            <p:nvPr/>
          </p:nvSpPr>
          <p:spPr>
            <a:xfrm>
              <a:off x="10777316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1BD5FBB-6BCD-9E17-CA4C-DA3621F258BF}"/>
                </a:ext>
              </a:extLst>
            </p:cNvPr>
            <p:cNvSpPr/>
            <p:nvPr/>
          </p:nvSpPr>
          <p:spPr>
            <a:xfrm>
              <a:off x="11796885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D5227-34EB-06BB-7D33-8014F2DE4711}"/>
                </a:ext>
              </a:extLst>
            </p:cNvPr>
            <p:cNvSpPr/>
            <p:nvPr/>
          </p:nvSpPr>
          <p:spPr>
            <a:xfrm>
              <a:off x="9757762" y="5788920"/>
              <a:ext cx="503603" cy="503606"/>
            </a:xfrm>
            <a:custGeom>
              <a:avLst/>
              <a:gdLst>
                <a:gd name="connsiteX0" fmla="*/ 0 w 503603"/>
                <a:gd name="connsiteY0" fmla="*/ 251798 h 503606"/>
                <a:gd name="connsiteX1" fmla="*/ 251802 w 503603"/>
                <a:gd name="connsiteY1" fmla="*/ 0 h 503606"/>
                <a:gd name="connsiteX2" fmla="*/ 503604 w 503603"/>
                <a:gd name="connsiteY2" fmla="*/ 251798 h 503606"/>
                <a:gd name="connsiteX3" fmla="*/ 251802 w 503603"/>
                <a:gd name="connsiteY3" fmla="*/ 503606 h 503606"/>
                <a:gd name="connsiteX4" fmla="*/ 0 w 503603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6">
                  <a:moveTo>
                    <a:pt x="0" y="251798"/>
                  </a:moveTo>
                  <a:cubicBezTo>
                    <a:pt x="0" y="112736"/>
                    <a:pt x="112737" y="0"/>
                    <a:pt x="251802" y="0"/>
                  </a:cubicBezTo>
                  <a:cubicBezTo>
                    <a:pt x="390867" y="0"/>
                    <a:pt x="503604" y="112736"/>
                    <a:pt x="503604" y="251798"/>
                  </a:cubicBezTo>
                  <a:cubicBezTo>
                    <a:pt x="503604" y="390859"/>
                    <a:pt x="390869" y="503606"/>
                    <a:pt x="251802" y="503606"/>
                  </a:cubicBezTo>
                  <a:cubicBezTo>
                    <a:pt x="112734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A22BFF6-8FC1-1C45-6065-DDBFC3366BC5}"/>
                </a:ext>
              </a:extLst>
            </p:cNvPr>
            <p:cNvSpPr/>
            <p:nvPr/>
          </p:nvSpPr>
          <p:spPr>
            <a:xfrm>
              <a:off x="10777320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146F39A-3BE2-E627-E2A8-097C4BA7329F}"/>
                </a:ext>
              </a:extLst>
            </p:cNvPr>
            <p:cNvSpPr/>
            <p:nvPr/>
          </p:nvSpPr>
          <p:spPr>
            <a:xfrm>
              <a:off x="11796889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1000" y="2282879"/>
            <a:ext cx="4269018" cy="3187700"/>
            <a:chOff x="1698171" y="691024"/>
            <a:chExt cx="4269018" cy="31877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269018" cy="3187700"/>
              <a:chOff x="1466850" y="380320"/>
              <a:chExt cx="4493564" cy="335537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50" y="875619"/>
                <a:ext cx="4493564" cy="286007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4493564" cy="495300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0" name="Title 1">
            <a:extLst>
              <a:ext uri="{FF2B5EF4-FFF2-40B4-BE49-F238E27FC236}">
                <a16:creationId xmlns:a16="http://schemas.microsoft.com/office/drawing/2014/main" id="{85C02728-7F58-1ED1-7B84-326CE837D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077710"/>
            <a:ext cx="4269017" cy="2109186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34496" y="731509"/>
            <a:ext cx="6876503" cy="4739070"/>
            <a:chOff x="1698171" y="691024"/>
            <a:chExt cx="6876503" cy="473907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6876503" cy="4739070"/>
              <a:chOff x="1466850" y="380320"/>
              <a:chExt cx="7238199" cy="4988342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7238199" cy="449304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7238199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18AADC3C-8146-4144-3ABA-28E1B1F4AAD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934493" y="1202058"/>
            <a:ext cx="6876504" cy="4270248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6DD2ED3-A6F4-FD7E-59F8-1FAE8FBBA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256"/>
          <a:stretch/>
        </p:blipFill>
        <p:spPr>
          <a:xfrm rot="16200000">
            <a:off x="1495710" y="-1028662"/>
            <a:ext cx="2029124" cy="4086444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8D3D389B-1A71-78E3-E524-47DEFE36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3E7AF89-C0F4-4BB7-8B68-933CBF0B3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Date Placeholder 3">
            <a:extLst>
              <a:ext uri="{FF2B5EF4-FFF2-40B4-BE49-F238E27FC236}">
                <a16:creationId xmlns:a16="http://schemas.microsoft.com/office/drawing/2014/main" id="{17933C8A-8E9F-F250-DAB7-5B1C82537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10/26/2025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824FC607-995F-898A-B4E2-47161383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2D6615CA-D60B-84EA-CBF6-70186E3CF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88C02DF0-EBE4-4C6F-CE9A-61B39F1F7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AFEE4071-4B5B-AFB4-B178-D09387257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023153-9A4E-D9D3-6DE0-2D3EA610B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521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85477807-ECB9-BBC9-E832-2FE89AC32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746" y="327023"/>
            <a:ext cx="5931354" cy="5561465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6000" dirty="0"/>
            </a:lvl1pPr>
          </a:lstStyle>
          <a:p>
            <a:pPr lvl="0" algn="ctr"/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B66CFD9-87C8-0968-9FB0-CF7AE4F61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75684" y="1200589"/>
            <a:ext cx="3365366" cy="3804114"/>
            <a:chOff x="1698171" y="691024"/>
            <a:chExt cx="3365366" cy="380411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571AD75-22F7-E387-8455-0EE6231C2AA8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3365366" cy="3804114"/>
              <a:chOff x="1466850" y="380320"/>
              <a:chExt cx="3542380" cy="4004209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4EBD37B-479C-8610-9921-3DD1D3B53203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3542380" cy="3508909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E9DA007-4D12-4E50-8A2A-BFEB557D2755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354238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3696F41-7A57-6A71-48E0-57DC0FD1F45D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9B518BB-BA01-734C-8F35-C569614E32E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0CA477C-B13C-EF0B-F67F-CF0F4D703D69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ADDCC6C-0428-0F66-95AF-F34D60323CEB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7199" y="1788339"/>
            <a:ext cx="3103201" cy="3092539"/>
          </a:xfrm>
        </p:spPr>
        <p:txBody>
          <a:bodyPr tIns="0" bIns="0" anchor="ctr"/>
          <a:lstStyle>
            <a:lvl1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5DDDB5-9047-790A-C8B0-D67E44B72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29A5963-0FEC-D9BF-54CB-A3D6D118A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27DBEC2-F0F7-1E8A-EDBA-2EB379509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10/26/2025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947C04A-7458-C36D-EE89-0C1F41AF3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C13B35D-F747-92EE-37C0-27E1CA8B5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DD40548-01E2-C4C3-74D5-E53F4A1C3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021946D-D90D-3F7E-3E92-78C7E120AF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97D881-DBBF-010E-A63C-99B4B0D41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20577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4">
            <a:extLst>
              <a:ext uri="{FF2B5EF4-FFF2-40B4-BE49-F238E27FC236}">
                <a16:creationId xmlns:a16="http://schemas.microsoft.com/office/drawing/2014/main" id="{5C92998A-0580-8711-F2CD-BA025D3B4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73457" y="3490004"/>
            <a:ext cx="2760781" cy="2636487"/>
            <a:chOff x="9757762" y="3673334"/>
            <a:chExt cx="2760781" cy="2636487"/>
          </a:xfrm>
          <a:solidFill>
            <a:schemeClr val="bg1">
              <a:alpha val="5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9E8E44-AD09-0DCB-79DA-F363143EB715}"/>
                </a:ext>
              </a:extLst>
            </p:cNvPr>
            <p:cNvSpPr/>
            <p:nvPr/>
          </p:nvSpPr>
          <p:spPr>
            <a:xfrm>
              <a:off x="9757762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0C32798-3973-1B39-EA92-336F776B7AA7}"/>
                </a:ext>
              </a:extLst>
            </p:cNvPr>
            <p:cNvSpPr/>
            <p:nvPr/>
          </p:nvSpPr>
          <p:spPr>
            <a:xfrm>
              <a:off x="10777316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F2D963B-D621-02DD-1619-684F4DC91490}"/>
                </a:ext>
              </a:extLst>
            </p:cNvPr>
            <p:cNvSpPr/>
            <p:nvPr/>
          </p:nvSpPr>
          <p:spPr>
            <a:xfrm>
              <a:off x="11796885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491E75D-715D-B554-6983-B8D0F0FF7ECE}"/>
                </a:ext>
              </a:extLst>
            </p:cNvPr>
            <p:cNvSpPr/>
            <p:nvPr/>
          </p:nvSpPr>
          <p:spPr>
            <a:xfrm>
              <a:off x="9757762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0BE3828-09E2-3B37-DAF2-0F1EF6FBB447}"/>
                </a:ext>
              </a:extLst>
            </p:cNvPr>
            <p:cNvSpPr/>
            <p:nvPr/>
          </p:nvSpPr>
          <p:spPr>
            <a:xfrm>
              <a:off x="10777316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1BD5FBB-6BCD-9E17-CA4C-DA3621F258BF}"/>
                </a:ext>
              </a:extLst>
            </p:cNvPr>
            <p:cNvSpPr/>
            <p:nvPr/>
          </p:nvSpPr>
          <p:spPr>
            <a:xfrm>
              <a:off x="11796885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D5227-34EB-06BB-7D33-8014F2DE4711}"/>
                </a:ext>
              </a:extLst>
            </p:cNvPr>
            <p:cNvSpPr/>
            <p:nvPr/>
          </p:nvSpPr>
          <p:spPr>
            <a:xfrm>
              <a:off x="9757762" y="5788920"/>
              <a:ext cx="503603" cy="503606"/>
            </a:xfrm>
            <a:custGeom>
              <a:avLst/>
              <a:gdLst>
                <a:gd name="connsiteX0" fmla="*/ 0 w 503603"/>
                <a:gd name="connsiteY0" fmla="*/ 251798 h 503606"/>
                <a:gd name="connsiteX1" fmla="*/ 251802 w 503603"/>
                <a:gd name="connsiteY1" fmla="*/ 0 h 503606"/>
                <a:gd name="connsiteX2" fmla="*/ 503604 w 503603"/>
                <a:gd name="connsiteY2" fmla="*/ 251798 h 503606"/>
                <a:gd name="connsiteX3" fmla="*/ 251802 w 503603"/>
                <a:gd name="connsiteY3" fmla="*/ 503606 h 503606"/>
                <a:gd name="connsiteX4" fmla="*/ 0 w 503603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6">
                  <a:moveTo>
                    <a:pt x="0" y="251798"/>
                  </a:moveTo>
                  <a:cubicBezTo>
                    <a:pt x="0" y="112736"/>
                    <a:pt x="112737" y="0"/>
                    <a:pt x="251802" y="0"/>
                  </a:cubicBezTo>
                  <a:cubicBezTo>
                    <a:pt x="390867" y="0"/>
                    <a:pt x="503604" y="112736"/>
                    <a:pt x="503604" y="251798"/>
                  </a:cubicBezTo>
                  <a:cubicBezTo>
                    <a:pt x="503604" y="390859"/>
                    <a:pt x="390869" y="503606"/>
                    <a:pt x="251802" y="503606"/>
                  </a:cubicBezTo>
                  <a:cubicBezTo>
                    <a:pt x="112734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A22BFF6-8FC1-1C45-6065-DDBFC3366BC5}"/>
                </a:ext>
              </a:extLst>
            </p:cNvPr>
            <p:cNvSpPr/>
            <p:nvPr/>
          </p:nvSpPr>
          <p:spPr>
            <a:xfrm>
              <a:off x="10777320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146F39A-3BE2-E627-E2A8-097C4BA7329F}"/>
                </a:ext>
              </a:extLst>
            </p:cNvPr>
            <p:cNvSpPr/>
            <p:nvPr/>
          </p:nvSpPr>
          <p:spPr>
            <a:xfrm>
              <a:off x="11796889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1000" y="2282879"/>
            <a:ext cx="4269018" cy="3187700"/>
            <a:chOff x="1698171" y="691024"/>
            <a:chExt cx="4269018" cy="31877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269018" cy="3187700"/>
              <a:chOff x="1466850" y="380320"/>
              <a:chExt cx="4493564" cy="335537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50" y="875619"/>
                <a:ext cx="4493564" cy="286007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4493564" cy="495300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0" name="Title 1">
            <a:extLst>
              <a:ext uri="{FF2B5EF4-FFF2-40B4-BE49-F238E27FC236}">
                <a16:creationId xmlns:a16="http://schemas.microsoft.com/office/drawing/2014/main" id="{85C02728-7F58-1ED1-7B84-326CE837D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077710"/>
            <a:ext cx="4269017" cy="2109186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34496" y="731509"/>
            <a:ext cx="6876503" cy="4739070"/>
            <a:chOff x="1698171" y="691024"/>
            <a:chExt cx="6876503" cy="473907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6876503" cy="4739070"/>
              <a:chOff x="1466850" y="380320"/>
              <a:chExt cx="7238199" cy="4988342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7238199" cy="449304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7238199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34495" y="1202058"/>
            <a:ext cx="6876502" cy="426852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6DD2ED3-A6F4-FD7E-59F8-1FAE8FBBA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256"/>
          <a:stretch/>
        </p:blipFill>
        <p:spPr>
          <a:xfrm rot="16200000">
            <a:off x="1495710" y="-1028662"/>
            <a:ext cx="2029124" cy="4086444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8D3D389B-1A71-78E3-E524-47DEFE36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3E7AF89-C0F4-4BB7-8B68-933CBF0B3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Date Placeholder 3">
            <a:extLst>
              <a:ext uri="{FF2B5EF4-FFF2-40B4-BE49-F238E27FC236}">
                <a16:creationId xmlns:a16="http://schemas.microsoft.com/office/drawing/2014/main" id="{17933C8A-8E9F-F250-DAB7-5B1C82537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10/26/2025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824FC607-995F-898A-B4E2-47161383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2D6615CA-D60B-84EA-CBF6-70186E3CF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88C02DF0-EBE4-4C6F-CE9A-61B39F1F7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AFEE4071-4B5B-AFB4-B178-D09387257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023153-9A4E-D9D3-6DE0-2D3EA610B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7152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DD1964D-F9CA-9278-BD33-03FD979E6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B9857CF-1C39-27BB-9B6B-6A0C1DD0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8B31A7E-FD72-B42E-26A8-319F776C1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10/26/2025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2487FC0-E254-7086-CC55-D7BFCEACE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F41C3E4-FF61-A611-F912-98F344213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B15F18C-70F5-E214-E8DA-4CFAE27FE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A727095-DB42-91AA-4BB8-1CE63D89B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89DC3C-8238-2625-2CBD-974CA4F81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 cstate="hq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D8EA3-B846-4160-95E9-486302147031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80" r:id="rId2"/>
    <p:sldLayoutId id="2147483672" r:id="rId3"/>
    <p:sldLayoutId id="2147483673" r:id="rId4"/>
    <p:sldLayoutId id="2147483674" r:id="rId5"/>
    <p:sldLayoutId id="2147483649" r:id="rId6"/>
    <p:sldLayoutId id="2147483675" r:id="rId7"/>
    <p:sldLayoutId id="2147483676" r:id="rId8"/>
    <p:sldLayoutId id="2147483664" r:id="rId9"/>
    <p:sldLayoutId id="2147483677" r:id="rId10"/>
    <p:sldLayoutId id="2147483678" r:id="rId11"/>
    <p:sldLayoutId id="2147483681" r:id="rId12"/>
    <p:sldLayoutId id="2147483679" r:id="rId13"/>
    <p:sldLayoutId id="2147483662" r:id="rId14"/>
    <p:sldLayoutId id="2147483655" r:id="rId1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hqprint">
            <a:alphaModFix amt="8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9686" y="1209643"/>
            <a:ext cx="8508273" cy="4968000"/>
          </a:xfrm>
        </p:spPr>
        <p:txBody>
          <a:bodyPr/>
          <a:lstStyle/>
          <a:p>
            <a:r>
              <a:rPr lang="en-GB" sz="5400" dirty="0"/>
              <a:t>Comparing Sampling Methods for Estimating Hypertension and Smoking Habits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1401B-0487-2A58-D4EF-3E91CAB3A373}"/>
              </a:ext>
            </a:extLst>
          </p:cNvPr>
          <p:cNvSpPr txBox="1">
            <a:spLocks/>
          </p:cNvSpPr>
          <p:nvPr/>
        </p:nvSpPr>
        <p:spPr>
          <a:xfrm>
            <a:off x="6966294" y="768787"/>
            <a:ext cx="3624768" cy="4408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Statistical Sampling Study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DE968-F0ED-3582-74DC-29D7D72EE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4" y="1059463"/>
            <a:ext cx="6008915" cy="4431932"/>
          </a:xfrm>
        </p:spPr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91606E-0B3D-E151-D6E8-FB4608C307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72B8B865-6043-45BC-B48D-1676CB43D17A}" type="datetime1">
              <a:rPr lang="en-US" smtClean="0"/>
              <a:pPr/>
              <a:t>10/26/2025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21FCD-5305-D1B4-B045-E971883A6D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5A10926-F969-10EE-321E-707846F8475C}"/>
              </a:ext>
            </a:extLst>
          </p:cNvPr>
          <p:cNvSpPr txBox="1">
            <a:spLocks/>
          </p:cNvSpPr>
          <p:nvPr/>
        </p:nvSpPr>
        <p:spPr>
          <a:xfrm>
            <a:off x="7439487" y="958788"/>
            <a:ext cx="4352890" cy="36487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/>
              <a:t>Population size: 4,240 individuals</a:t>
            </a:r>
          </a:p>
          <a:p>
            <a:r>
              <a:rPr lang="en-GB" sz="1600" dirty="0"/>
              <a:t>Contains demographic &amp; health data:</a:t>
            </a:r>
          </a:p>
          <a:p>
            <a:r>
              <a:rPr lang="en-GB" sz="1600" dirty="0"/>
              <a:t>Age, gender, smoking habits, BP, cholesterol, glucose, BMI, heart rate</a:t>
            </a:r>
          </a:p>
          <a:p>
            <a:r>
              <a:rPr lang="en-GB" sz="1600" dirty="0"/>
              <a:t>Variables of interest:</a:t>
            </a:r>
          </a:p>
          <a:p>
            <a:r>
              <a:rPr lang="en-GB" sz="1600" dirty="0" err="1"/>
              <a:t>HypBin</a:t>
            </a:r>
            <a:r>
              <a:rPr lang="en-GB" sz="1600" dirty="0"/>
              <a:t> (Hypertension Binary): 1 = hypertensive, 0 = not</a:t>
            </a:r>
          </a:p>
          <a:p>
            <a:r>
              <a:rPr lang="en-GB" sz="1600" dirty="0" err="1"/>
              <a:t>cigsPerDay</a:t>
            </a:r>
            <a:r>
              <a:rPr lang="en-GB" sz="1600" dirty="0"/>
              <a:t>: average daily cigarettes</a:t>
            </a:r>
          </a:p>
          <a:p>
            <a:r>
              <a:rPr lang="en-GB" sz="1600" dirty="0"/>
              <a:t>Confidence level: 95%, Margin of error: 5%</a:t>
            </a:r>
          </a:p>
          <a:p>
            <a:r>
              <a:rPr lang="en-GB" sz="1600" dirty="0"/>
              <a:t>Sample size: ~400 (based on p = 0.5 for maximum variability)</a:t>
            </a:r>
          </a:p>
        </p:txBody>
      </p:sp>
    </p:spTree>
    <p:extLst>
      <p:ext uri="{BB962C8B-B14F-4D97-AF65-F5344CB8AC3E}">
        <p14:creationId xmlns:p14="http://schemas.microsoft.com/office/powerpoint/2010/main" val="2501041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7068" y="851547"/>
            <a:ext cx="4275364" cy="684290"/>
          </a:xfrm>
        </p:spPr>
        <p:txBody>
          <a:bodyPr anchor="ctr"/>
          <a:lstStyle/>
          <a:p>
            <a:r>
              <a:rPr lang="en-US" dirty="0"/>
              <a:t>AIM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7068" y="1409330"/>
            <a:ext cx="4275364" cy="403934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GB" sz="1600" dirty="0"/>
              <a:t>Estimate:</a:t>
            </a:r>
          </a:p>
          <a:p>
            <a:r>
              <a:rPr lang="en-GB" sz="1600" dirty="0"/>
              <a:t>Proportion of people likely to be hypertensive</a:t>
            </a:r>
          </a:p>
          <a:p>
            <a:r>
              <a:rPr lang="en-GB" sz="1600" dirty="0"/>
              <a:t>Average number of cigarettes smoked per day</a:t>
            </a:r>
          </a:p>
          <a:p>
            <a:r>
              <a:rPr lang="en-GB" sz="1600" dirty="0"/>
              <a:t>Compare different sampling methods to see which gives: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600" dirty="0"/>
              <a:t>The most reliable estimates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600" dirty="0"/>
              <a:t>The narrowest confidence intervals (CIs)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8FBE7-3C46-903D-964E-091F74329C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9466343-3461-42CD-9CAB-EE1885623C25}" type="datetime1">
              <a:rPr lang="en-US" smtClean="0"/>
              <a:pPr/>
              <a:t>10/26/2025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EA9E7-F506-729E-13CF-D685FEBDB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68553-56F5-C0FF-9A78-9ED72306E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50">
            <a:extLst>
              <a:ext uri="{FF2B5EF4-FFF2-40B4-BE49-F238E27FC236}">
                <a16:creationId xmlns:a16="http://schemas.microsoft.com/office/drawing/2014/main" id="{BC1C6AA9-DC5B-EF9C-8A42-5F7467D89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644" y="841808"/>
            <a:ext cx="6712153" cy="4012867"/>
          </a:xfrm>
        </p:spPr>
        <p:txBody>
          <a:bodyPr/>
          <a:lstStyle/>
          <a:p>
            <a:r>
              <a:rPr lang="en-US" dirty="0"/>
              <a:t>SAMPLING METHODS COMPARED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00EE46-F57E-BAF2-011A-71BAC72451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72B8B865-6043-45BC-B48D-1676CB43D17A}" type="datetime1">
              <a:rPr lang="en-US" smtClean="0"/>
              <a:pPr/>
              <a:t>10/26/2025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BE199-5107-8B06-F593-6C56B0D8C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E57AA5-055D-E7C3-4E63-D12B0788653D}"/>
              </a:ext>
            </a:extLst>
          </p:cNvPr>
          <p:cNvSpPr txBox="1"/>
          <p:nvPr/>
        </p:nvSpPr>
        <p:spPr>
          <a:xfrm>
            <a:off x="7491810" y="1004009"/>
            <a:ext cx="4314546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dirty="0"/>
              <a:t>Simple Random Sampling (SRS)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dirty="0"/>
              <a:t>SRS with Replacement (SRSWR)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dirty="0"/>
              <a:t>Stratified Sampling (by smoking status)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dirty="0"/>
              <a:t>Cluster Sampling (by age group)</a:t>
            </a:r>
          </a:p>
        </p:txBody>
      </p:sp>
    </p:spTree>
    <p:extLst>
      <p:ext uri="{BB962C8B-B14F-4D97-AF65-F5344CB8AC3E}">
        <p14:creationId xmlns:p14="http://schemas.microsoft.com/office/powerpoint/2010/main" val="2819577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43F67-9C70-4748-8C0C-3A786342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332012"/>
            <a:ext cx="10907016" cy="1162882"/>
          </a:xfrm>
        </p:spPr>
        <p:txBody>
          <a:bodyPr/>
          <a:lstStyle/>
          <a:p>
            <a:r>
              <a:rPr lang="en-US" dirty="0"/>
              <a:t>Simple Random Sampling (SRS)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4579C-DA6D-B905-B710-1E6243E8C7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10/26/2025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420634-75FC-1021-C59D-6A615E04CC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668487-35C3-9CDB-8D7A-F1A367FC784F}"/>
              </a:ext>
            </a:extLst>
          </p:cNvPr>
          <p:cNvSpPr txBox="1"/>
          <p:nvPr/>
        </p:nvSpPr>
        <p:spPr>
          <a:xfrm>
            <a:off x="641350" y="4271030"/>
            <a:ext cx="61078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dirty="0"/>
              <a:t>✅ Provides unbiased, precise estimates</a:t>
            </a:r>
          </a:p>
          <a:p>
            <a:r>
              <a:rPr lang="en-ZA" dirty="0"/>
              <a:t>✅ Narrow confidence intervals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C8467A9-2AAA-8155-1287-7455E4004DA1}"/>
              </a:ext>
            </a:extLst>
          </p:cNvPr>
          <p:cNvSpPr/>
          <p:nvPr/>
        </p:nvSpPr>
        <p:spPr>
          <a:xfrm>
            <a:off x="641350" y="1338786"/>
            <a:ext cx="9043424" cy="269243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21B5A8-61B9-6545-739C-5349542DFC49}"/>
              </a:ext>
            </a:extLst>
          </p:cNvPr>
          <p:cNvSpPr txBox="1"/>
          <p:nvPr/>
        </p:nvSpPr>
        <p:spPr>
          <a:xfrm>
            <a:off x="1032387" y="1703384"/>
            <a:ext cx="8082223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HypBin</a:t>
            </a:r>
            <a:r>
              <a:rPr lang="en-GB" dirty="0"/>
              <a:t>  </a:t>
            </a:r>
            <a:endParaRPr lang="en-US" dirty="0"/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GB" dirty="0"/>
              <a:t>PROPORTION 0.4075  (CI: 0.3591 ; 0.45586)</a:t>
            </a:r>
            <a:endParaRPr lang="en-US" dirty="0"/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GB" dirty="0"/>
              <a:t>TOTAL 163       (CI: 143.6559 ; 182.3441)</a:t>
            </a:r>
            <a:endParaRPr lang="en-US" dirty="0"/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CigsPerDay</a:t>
            </a:r>
            <a:endParaRPr lang="en-GB"/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GB" dirty="0"/>
              <a:t>MEAN 9.0882     (CI: 7.9145 ; 10.2619)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GB" dirty="0"/>
              <a:t>TOTAL 3608      (CI: 3142.046 ; 4073.954)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39799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76292"/>
            <a:ext cx="10907016" cy="922516"/>
          </a:xfrm>
        </p:spPr>
        <p:txBody>
          <a:bodyPr/>
          <a:lstStyle/>
          <a:p>
            <a:r>
              <a:rPr lang="en-GB" dirty="0"/>
              <a:t>SRS (with Replacement) &amp; Stratified Sampling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677C9-3E42-427F-93B8-52669290647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88999" y="2166151"/>
            <a:ext cx="4873446" cy="317186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 dirty="0"/>
              <a:t>SRS with Replacement (SRSWR):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HypBin</a:t>
            </a:r>
          </a:p>
          <a:p>
            <a:pPr marL="514350" lvl="1" indent="-285750">
              <a:buFont typeface="Courier New" panose="020B0604020202020204" pitchFamily="34" charset="0"/>
              <a:buChar char="o"/>
            </a:pPr>
            <a:r>
              <a:rPr lang="en-US" dirty="0"/>
              <a:t>PROP 0.351 (CI: 0.303 ; 0.399) </a:t>
            </a:r>
          </a:p>
          <a:p>
            <a:pPr marL="514350" lvl="1" indent="-285750">
              <a:buFont typeface="Courier New" panose="020B0604020202020204" pitchFamily="34" charset="0"/>
              <a:buChar char="o"/>
            </a:pPr>
            <a:r>
              <a:rPr lang="en-US" dirty="0"/>
              <a:t>TOTAL 133 (114.7069 ; 151.2931)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CigsPerDay</a:t>
            </a:r>
          </a:p>
          <a:p>
            <a:pPr marL="514350" lvl="1" indent="-285750">
              <a:buFont typeface="Courier New" panose="020B0604020202020204" pitchFamily="34" charset="0"/>
              <a:buChar char="o"/>
            </a:pPr>
            <a:r>
              <a:rPr lang="en-US" dirty="0"/>
              <a:t>MEAN 8.99 (CI: 7.78 ; 10.19)</a:t>
            </a:r>
          </a:p>
          <a:p>
            <a:pPr marL="514350" lvl="1" indent="-285750">
              <a:buFont typeface="Courier New" panose="020B0604020202020204" pitchFamily="34" charset="0"/>
              <a:buChar char="o"/>
            </a:pPr>
            <a:r>
              <a:rPr lang="en-US" dirty="0"/>
              <a:t>TOTAL 3388 (CI: 2932.910 ; 3843.0897)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Reliable but slightly less precise than SRS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B9D020-1E25-453D-83DF-1420ACD3968D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429557" y="2166151"/>
            <a:ext cx="4873446" cy="31718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Stratified Sampling (by smokers/non-smokers):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HypBin</a:t>
            </a:r>
            <a:endParaRPr lang="en-US"/>
          </a:p>
          <a:p>
            <a:pPr marL="514350" lvl="1" indent="-285750">
              <a:buFont typeface="Courier New" panose="020B0604020202020204" pitchFamily="34" charset="0"/>
              <a:buChar char="o"/>
            </a:pPr>
            <a:r>
              <a:rPr lang="en-US" dirty="0"/>
              <a:t>PROP 0.383 (CI: 0.315 ; 0.451)</a:t>
            </a:r>
          </a:p>
          <a:p>
            <a:pPr marL="514350" lvl="1" indent="-285750">
              <a:buFont typeface="Courier New" panose="020B0604020202020204" pitchFamily="34" charset="0"/>
              <a:buChar char="o"/>
            </a:pPr>
            <a:r>
              <a:rPr lang="en-US" dirty="0"/>
              <a:t>TOTAL 77 (CI: 63.385 ; 90.6151)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CigsPerDay</a:t>
            </a:r>
            <a:endParaRPr lang="en-US"/>
          </a:p>
          <a:p>
            <a:pPr marL="514350" lvl="1" indent="-285750">
              <a:buFont typeface="Courier New" panose="020B0604020202020204" pitchFamily="34" charset="0"/>
              <a:buChar char="o"/>
            </a:pPr>
            <a:r>
              <a:rPr lang="en-US" dirty="0"/>
              <a:t>MEAN 8.40 (CI: 7.33 ; 9.47)</a:t>
            </a:r>
          </a:p>
          <a:p>
            <a:pPr marL="514350" lvl="1" indent="-285750">
              <a:buFont typeface="Courier New" panose="020B0604020202020204" pitchFamily="34" charset="0"/>
              <a:buChar char="o"/>
            </a:pPr>
            <a:r>
              <a:rPr lang="en-US" dirty="0"/>
              <a:t>TOTAL 1671 (CI: 1457.893 ; 1884.107)</a:t>
            </a:r>
          </a:p>
          <a:p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F9C110-6207-0F51-F464-AFBEF993F4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8224D3FE-FC64-4F60-BC7C-E273976648BC}" type="datetime1">
              <a:rPr lang="en-US" smtClean="0"/>
              <a:pPr/>
              <a:t>10/26/2025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D3542AA-82FB-8DD5-2A66-7F47BFF88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B9EEEB-17BB-C5D5-CDC9-3494B4729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76292"/>
            <a:ext cx="10907016" cy="922516"/>
          </a:xfrm>
        </p:spPr>
        <p:txBody>
          <a:bodyPr/>
          <a:lstStyle/>
          <a:p>
            <a:r>
              <a:rPr lang="en-US" dirty="0"/>
              <a:t>Cluster Sampling (by Age Group)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D6DA3F-EA1B-C232-77E4-39A411FFB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8998" y="2343150"/>
            <a:ext cx="6762631" cy="299486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 dirty="0"/>
              <a:t>Age Group </a:t>
            </a:r>
            <a:r>
              <a:rPr lang="it-IT" dirty="0" err="1"/>
              <a:t>Bands</a:t>
            </a:r>
            <a:r>
              <a:rPr lang="it-IT" dirty="0"/>
              <a:t>: 32–41, 42–46, 47–51, 52–58, 59–70</a:t>
            </a:r>
          </a:p>
          <a:p>
            <a:pPr marL="285750" indent="-285750">
              <a:buFont typeface="Arial,Sans-Serif"/>
              <a:buChar char="•"/>
            </a:pPr>
            <a:r>
              <a:rPr lang="en-US" dirty="0" err="1"/>
              <a:t>HypBin</a:t>
            </a:r>
            <a:endParaRPr lang="en-US"/>
          </a:p>
          <a:p>
            <a:pPr marL="514350" lvl="1" indent="-285750">
              <a:buFont typeface="Courier New,monospace"/>
              <a:buChar char="o"/>
            </a:pPr>
            <a:r>
              <a:rPr lang="it-IT" dirty="0"/>
              <a:t>PROP 0.362 (CI ; 0.166–0.557)</a:t>
            </a:r>
          </a:p>
          <a:p>
            <a:pPr marL="514350" lvl="1" indent="-285750">
              <a:buFont typeface="Courier New,monospace"/>
              <a:buChar char="o"/>
            </a:pPr>
            <a:r>
              <a:rPr lang="en-US" dirty="0"/>
              <a:t>TOTAL </a:t>
            </a:r>
            <a:r>
              <a:rPr lang="it-IT" dirty="0"/>
              <a:t>1533 (CI: 748.7759 ; 2317.2241)</a:t>
            </a:r>
          </a:p>
          <a:p>
            <a:pPr marL="285750" indent="-285750">
              <a:buFont typeface="Arial,Sans-Serif"/>
              <a:buChar char="•"/>
            </a:pPr>
            <a:r>
              <a:rPr lang="en-US" err="1"/>
              <a:t>CigsPerDay</a:t>
            </a:r>
            <a:endParaRPr lang="en-US"/>
          </a:p>
          <a:p>
            <a:pPr marL="514350" lvl="1" indent="-285750">
              <a:buFont typeface="Courier New,monospace"/>
              <a:buChar char="o"/>
            </a:pPr>
            <a:r>
              <a:rPr lang="it-IT" dirty="0"/>
              <a:t>MEAN 9.01 (CI: 5.68 ; 12.34)</a:t>
            </a:r>
          </a:p>
          <a:p>
            <a:pPr marL="514350" lvl="1" indent="-285750">
              <a:buFont typeface="Courier New,monospace"/>
              <a:buChar char="o"/>
            </a:pPr>
            <a:r>
              <a:rPr lang="it-IT" dirty="0"/>
              <a:t>TOTAL 37924 (CI: 22973.7084 ; 52874.2916)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2C135-A7AC-32CB-237C-66CCE1BD354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96275" y="2343150"/>
            <a:ext cx="3062967" cy="299085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⚠️ Very wide confidence intervals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⚠️ Low precision – individuals within clusters are too similar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➡️ Not ideal for this dataset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8C6CB-8C13-0D9E-C7C6-7AB878D121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72B8B865-6043-45BC-B48D-1676CB43D17A}" type="datetime1">
              <a:rPr lang="en-US" smtClean="0"/>
              <a:pPr/>
              <a:t>10/26/2025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666D3-AEBC-3481-2B8F-AB51BE3937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851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12F93-661F-6BCE-051A-D749681D3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0780D-B395-7B3B-7EA6-F087D63BE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30572"/>
            <a:ext cx="4560965" cy="534748"/>
          </a:xfrm>
        </p:spPr>
        <p:txBody>
          <a:bodyPr/>
          <a:lstStyle/>
          <a:p>
            <a:r>
              <a:rPr lang="en-US" dirty="0"/>
              <a:t>Comparison Summary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40918-368A-285A-17AE-17E30EE41C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10/26/2025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DE9288-4EC4-A8EA-0888-66A2DC6FE2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8" name="Table Placeholder 6">
            <a:extLst>
              <a:ext uri="{FF2B5EF4-FFF2-40B4-BE49-F238E27FC236}">
                <a16:creationId xmlns:a16="http://schemas.microsoft.com/office/drawing/2014/main" id="{7B17D36B-146B-FEA8-C1DA-ABE07D26C3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8275281"/>
              </p:ext>
            </p:extLst>
          </p:nvPr>
        </p:nvGraphicFramePr>
        <p:xfrm>
          <a:off x="630606" y="1276201"/>
          <a:ext cx="10941531" cy="4107337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669564">
                  <a:extLst>
                    <a:ext uri="{9D8B030D-6E8A-4147-A177-3AD203B41FA5}">
                      <a16:colId xmlns:a16="http://schemas.microsoft.com/office/drawing/2014/main" val="816875032"/>
                    </a:ext>
                  </a:extLst>
                </a:gridCol>
                <a:gridCol w="2734070">
                  <a:extLst>
                    <a:ext uri="{9D8B030D-6E8A-4147-A177-3AD203B41FA5}">
                      <a16:colId xmlns:a16="http://schemas.microsoft.com/office/drawing/2014/main" val="3981228955"/>
                    </a:ext>
                  </a:extLst>
                </a:gridCol>
                <a:gridCol w="2823127">
                  <a:extLst>
                    <a:ext uri="{9D8B030D-6E8A-4147-A177-3AD203B41FA5}">
                      <a16:colId xmlns:a16="http://schemas.microsoft.com/office/drawing/2014/main" val="3244472403"/>
                    </a:ext>
                  </a:extLst>
                </a:gridCol>
                <a:gridCol w="2714770">
                  <a:extLst>
                    <a:ext uri="{9D8B030D-6E8A-4147-A177-3AD203B41FA5}">
                      <a16:colId xmlns:a16="http://schemas.microsoft.com/office/drawing/2014/main" val="783738719"/>
                    </a:ext>
                  </a:extLst>
                </a:gridCol>
              </a:tblGrid>
              <a:tr h="51341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Method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Precision (CI Width)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Reliability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Notes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1513643"/>
                  </a:ext>
                </a:extLst>
              </a:tr>
              <a:tr h="89848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SRS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✅ High	Best overall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 High	Best overall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0037886"/>
                  </a:ext>
                </a:extLst>
              </a:tr>
              <a:tr h="89848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SRSWR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Moderate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Slightly higher variability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6211194"/>
                  </a:ext>
                </a:extLst>
              </a:tr>
              <a:tr h="89848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Stratified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Moderate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Ensures representation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2989416"/>
                  </a:ext>
                </a:extLst>
              </a:tr>
              <a:tr h="89848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Cluster(Age)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❌ Widest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Poor estimator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7425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2606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AFE818-0DBE-0E12-2EC7-51B44683F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76292"/>
            <a:ext cx="10907016" cy="922516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7517E-4AA9-56C2-7E84-6E2482958A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1945" y="2343150"/>
            <a:ext cx="3062967" cy="2990850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Key insight: </a:t>
            </a:r>
          </a:p>
          <a:p>
            <a:pPr marL="0" indent="0">
              <a:buNone/>
            </a:pPr>
            <a:r>
              <a:rPr lang="en-GB" dirty="0"/>
              <a:t>The choice of sampling method significantly affects estimate reliability.</a:t>
            </a:r>
          </a:p>
          <a:p>
            <a:pPr marL="0" indent="0">
              <a:buNone/>
            </a:pPr>
            <a:r>
              <a:rPr lang="en-GB" dirty="0"/>
              <a:t>SRS is preferred for unbiased, precise results in this study.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DFF58B-671A-80A2-9FC1-39A4233DFB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10748" y="2339132"/>
            <a:ext cx="6626226" cy="299486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SRS gave the most accurate and precise estimates.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Cluster sampling produced wide, unreliable CIs due to homogeneity within clusters.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Stratified sampling improved representation but not precision.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D4E388-6701-F164-53F0-5D197CE9CF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72B8B865-6043-45BC-B48D-1676CB43D17A}" type="datetime1">
              <a:rPr lang="en-US" smtClean="0"/>
              <a:pPr/>
              <a:t>10/26/2025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0C452-1F59-265B-89CA-B9F37E8038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731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46" y="327023"/>
            <a:ext cx="5931354" cy="556146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3675" y="1775534"/>
            <a:ext cx="3176726" cy="3036163"/>
          </a:xfrm>
        </p:spPr>
        <p:txBody>
          <a:bodyPr/>
          <a:lstStyle/>
          <a:p>
            <a:r>
              <a:rPr lang="en-US" sz="1600" dirty="0"/>
              <a:t>Leilah Beth Colley – 206520938 </a:t>
            </a:r>
            <a:endParaRPr lang="en-ZA" sz="1600" dirty="0"/>
          </a:p>
          <a:p>
            <a:r>
              <a:rPr lang="en-US" sz="1600" dirty="0"/>
              <a:t>Zoe Cassidy John – 223043739</a:t>
            </a:r>
            <a:endParaRPr lang="en-ZA" sz="1600" dirty="0"/>
          </a:p>
          <a:p>
            <a:r>
              <a:rPr lang="en-US" sz="1600" dirty="0" err="1"/>
              <a:t>Simiso</a:t>
            </a:r>
            <a:r>
              <a:rPr lang="en-US" sz="1600" dirty="0"/>
              <a:t> Mbokazi – 222073091</a:t>
            </a:r>
            <a:endParaRPr lang="en-ZA" sz="1600" dirty="0"/>
          </a:p>
          <a:p>
            <a:r>
              <a:rPr lang="en-US" sz="1600" dirty="0" err="1"/>
              <a:t>Ghyandra</a:t>
            </a:r>
            <a:r>
              <a:rPr lang="en-US" sz="1600" dirty="0"/>
              <a:t> Naidoo – 223078134</a:t>
            </a:r>
            <a:endParaRPr lang="en-ZA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68051-4856-FADE-1394-1BF8D4AFC1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FCB1BC7D-EE8F-4610-B748-33D1F9065B77}" type="datetime1">
              <a:rPr lang="en-US" smtClean="0"/>
              <a:pPr/>
              <a:t>10/26/2025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1D134F-4AA5-8D65-F269-E8A1D90CBF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9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8698DA"/>
      </a:accent1>
      <a:accent2>
        <a:srgbClr val="9EE0F8"/>
      </a:accent2>
      <a:accent3>
        <a:srgbClr val="C1F088"/>
      </a:accent3>
      <a:accent4>
        <a:srgbClr val="A4E4D2"/>
      </a:accent4>
      <a:accent5>
        <a:srgbClr val="FFBF8F"/>
      </a:accent5>
      <a:accent6>
        <a:srgbClr val="FABBB0"/>
      </a:accent6>
      <a:hlink>
        <a:srgbClr val="56C7AA"/>
      </a:hlink>
      <a:folHlink>
        <a:srgbClr val="59A8D1"/>
      </a:folHlink>
    </a:clrScheme>
    <a:fontScheme name="Custom 74">
      <a:majorFont>
        <a:latin typeface="Jumble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596226_Win32_SL_V6" id="{D9DA734B-CC3F-4DBB-B6FE-0BB140309365}" vid="{69AD8D68-423B-4DFD-8A07-EF38EEF8EBC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89">
    <a:dk1>
      <a:sysClr val="windowText" lastClr="000000"/>
    </a:dk1>
    <a:lt1>
      <a:sysClr val="window" lastClr="FFFFFF"/>
    </a:lt1>
    <a:dk2>
      <a:srgbClr val="212745"/>
    </a:dk2>
    <a:lt2>
      <a:srgbClr val="B4DCFA"/>
    </a:lt2>
    <a:accent1>
      <a:srgbClr val="8698DA"/>
    </a:accent1>
    <a:accent2>
      <a:srgbClr val="9EE0F8"/>
    </a:accent2>
    <a:accent3>
      <a:srgbClr val="C1F088"/>
    </a:accent3>
    <a:accent4>
      <a:srgbClr val="A4E4D2"/>
    </a:accent4>
    <a:accent5>
      <a:srgbClr val="FFBF8F"/>
    </a:accent5>
    <a:accent6>
      <a:srgbClr val="FABBB0"/>
    </a:accent6>
    <a:hlink>
      <a:srgbClr val="56C7AA"/>
    </a:hlink>
    <a:folHlink>
      <a:srgbClr val="59A8D1"/>
    </a:folHlink>
  </a:clrScheme>
</a:themeOverride>
</file>

<file path=ppt/theme/themeOverride2.xml><?xml version="1.0" encoding="utf-8"?>
<a:themeOverride xmlns:a="http://schemas.openxmlformats.org/drawingml/2006/main">
  <a:clrScheme name="Custom 89">
    <a:dk1>
      <a:sysClr val="windowText" lastClr="000000"/>
    </a:dk1>
    <a:lt1>
      <a:sysClr val="window" lastClr="FFFFFF"/>
    </a:lt1>
    <a:dk2>
      <a:srgbClr val="212745"/>
    </a:dk2>
    <a:lt2>
      <a:srgbClr val="B4DCFA"/>
    </a:lt2>
    <a:accent1>
      <a:srgbClr val="8698DA"/>
    </a:accent1>
    <a:accent2>
      <a:srgbClr val="9EE0F8"/>
    </a:accent2>
    <a:accent3>
      <a:srgbClr val="C1F088"/>
    </a:accent3>
    <a:accent4>
      <a:srgbClr val="A4E4D2"/>
    </a:accent4>
    <a:accent5>
      <a:srgbClr val="FFBF8F"/>
    </a:accent5>
    <a:accent6>
      <a:srgbClr val="FABBB0"/>
    </a:accent6>
    <a:hlink>
      <a:srgbClr val="56C7AA"/>
    </a:hlink>
    <a:folHlink>
      <a:srgbClr val="59A8D1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55A16D6-EDBE-419D-AF8F-74F00E41AFB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7093E94-C176-4FB3-93BB-02AEE1FEC2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5BF1A99-35F0-4B73-B737-B4DCDCD8CA5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Fluorescent presentation</Template>
  <TotalTime>157</TotalTime>
  <Words>523</Words>
  <Application>Microsoft Office PowerPoint</Application>
  <PresentationFormat>Widescreen</PresentationFormat>
  <Paragraphs>123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Custom</vt:lpstr>
      <vt:lpstr>Comparing Sampling Methods for Estimating Hypertension and Smoking Habits</vt:lpstr>
      <vt:lpstr>DATASET OVERVIEW</vt:lpstr>
      <vt:lpstr>AIM</vt:lpstr>
      <vt:lpstr>SAMPLING METHODS COMPARED</vt:lpstr>
      <vt:lpstr>Simple Random Sampling (SRS)</vt:lpstr>
      <vt:lpstr>SRS (with Replacement) &amp; Stratified Sampling</vt:lpstr>
      <vt:lpstr>Cluster Sampling (by Age Group)</vt:lpstr>
      <vt:lpstr>Comparison Summary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Mihir Maniram</dc:creator>
  <cp:lastModifiedBy>Zoe John</cp:lastModifiedBy>
  <cp:revision>70</cp:revision>
  <dcterms:created xsi:type="dcterms:W3CDTF">2025-10-18T21:12:08Z</dcterms:created>
  <dcterms:modified xsi:type="dcterms:W3CDTF">2025-10-26T16:51:33Z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